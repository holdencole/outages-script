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26th,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operator,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654" y="1234440"/>
            <a:ext cx="827421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offline (a unit down part of a month counts only its days down), each unit once per month. Non-Exxon H2 2027 is a floor that fills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What's Driving the Numbers: the Biggest Outages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bar is one unit's nameplate offline (kbd) in 2027, colored by PADD (region)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biggest_ou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895" y="1234440"/>
            <a:ext cx="691973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offline, the 12 biggest focus-unit outages of 2027. Color = PADD region; hatched = non-Exxon H2 (indicative).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H1 Planned Outages per Unit &amp; Month: 2025 / 2026 /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Like-for-like Jan-Jun planned offline, by unit and month (2027 confirmed through H1)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h1_month_by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387" y="1234440"/>
            <a:ext cx="8390746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capacity offline by month, planned only, each unit once per month. Per-panel y-axis. 2025/26 actuals; 2027 the booked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left) and cat-cracker (FCC, right)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007042"/>
            <a:ext cx="5897880" cy="3209676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04839"/>
            <a:ext cx="5897880" cy="32140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Day-weighted 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Naphtha Balance: CDU Supply vs Reformer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outages read as naphtha length. CDU makes naphtha; reformers consume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naphtha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508" y="1234440"/>
            <a:ext cx="9836504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Net = reformer offline x 1 (demand) minus CDU offline x 0.35 (supply), day-weighted. + surplus / - deficit. H2 non-Exxon is indicative.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Unplanned Offline: 2024-2026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unplanned actually looked like in recent years, to ground the 2027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unplanne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136" y="1234440"/>
            <a:ext cx="9919248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Actual unplanned capacity offline by month, day-weighted. 2026 reported through June.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Scenario: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 per month) modeled on the 2023-26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34" y="1234440"/>
            <a:ext cx="10284052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2023-26 monthly unplanned shape (completeness-aware) x {0.8 / 1.0 / 1.3}. Monthly concurrent offline, a risk range, not a forecast. Not an annual sum.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What It Means for the Market: Summer Gasoline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Spring crude &amp; cat turnarounds land into the summer-grade switchover, on a thin inventory cushion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market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9" y="1234440"/>
            <a:ext cx="9540982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Gasoline-complex (CDU + FCC + reformer) offline by month. U.S. stocks below the 5-yr average: gasoline -5%, distillate -10%, crude -7% (EIA WPSR, week ending Jun 19, 2026). Heavy Mar-May crude turnarounds cut summer-grade make right as the switchover starts.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