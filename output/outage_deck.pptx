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 planned offline, per unit. CDU is the whole barrel: when crude is down, every product from the site is cut, gasoline and distillate alike. FCC and reformer feed the gasoline pool (cat gasoline and octane); the hydrocracker feeds distillate (diesel and jet). Confirmed peak, all in H1: CDU ~1,063, FCC ~492, hydrocracker ~219, reformer ~206 kbd. Read each unit on its own, never added: a 250 CDU plus a 100 FCC is not '350 offline'. Solid bars are confirmed (Exxon full-year plus everyone's H1); the hatched autumn bars are non-Exxon H2, still being booked, so don't trade them as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single units offline in 2027, by refinery and region. The most capacity sits in PADD 3 (Gulf), so that's where one outage moves USGC supply and the export gasoline and distillate barrel most. Biggest single outages: Joliet (250 kbd), Cherry Point (250 kbd), Richmond (240 kbd). They're mostly crude (CDU): one crude unit down cuts the whole site, every product. Read each bar on its own, never added: the biggest single outage is ~250 kbd, not a summed total. Hatched bars are non-Exxon H2, still being booked, an indicative floor, not 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H1 is the only honest cross-year read: 2027 is booked through June, H2 is still being scheduled. 2027 runs heavier than 2025 and 2026 in most H1 months (the orange bar). Crude (CDU) averages ~532 kbd vs ~325 in 2026 and ~393 in 2025, cresting in Mar. Crude and cat-cracker turnarounds cluster in February-March, landing into the spring gasoline-spec changeover, so the gasoline pool tightens just as summer-grade demand builds. The hydrocracker (distillate: diesel and jet) is front-loaded in Q1 too (Sweeny, Beaumont, Houston, LA, Martinez), but it is in line with history and below the 2023-24 peaks, not elevated. A heavier H1 = tighter gasoline and distillate supply into the spring.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the work lands by region. PADD 3 (Gulf) is the swing region for crude and cat-cracker turnarounds, so it drives USGC supply and the export gasoline and distillate barrel. PADD 2 (Midwest) carries the spring crude. PADD 5 (West) is islanded: a California outage isn't bailed out by other regions. The windows are spring (Mar-May) and fall (Sep-Oct); summer is protected for driving-season gasoline. Past the dotted line is non-Exxon H2, unconfirmed, a floor that grows as operators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Crude makes naphtha (~35% of the barrel); reformers run on it to make reformate, the octane in gasoline. A CDU outage removes naphtha supply; a reformer outage removes demand. All of 2027 sits in deficit (net -1,269 kbd): crude turnarounds pull more naphtha off than reformer turnarounds free up, so naphtha is structurally short, which is bullish reformate and octane. Tightest in Oct (-331) and Sep (-222) kbd, the autumn crude stack. When a reformer is down it frees naphtha but cuts ~85% of its feed as reformate, squeezing the gasoline pool's octane.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 has no unplanned actuals yet, so the scenario is anchored on what really happened. 2024-2026 show the recurring shape: the February freeze spike and the September-October turnaround overlap, with summer quieter. This is the seasonal magnitude and range to carry into 2027 on top of the booked plan. Crude and the gasoline-making units (FCC, reformer) drive the spikes; distillate units add to the winter and fall windows. 2026 is reported through June, so its H2 is still filling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 has no actual unplanned yet, so this is the monthly risk range to carry on top of the booked plan. Conservative, Average and Active scale the 2023-26 monthly shape by 0.8, 1.0 and 1.3. Read it month by month, not as an annual total: risk peaks in February (freeze) and Sep-Oct (turnaround overlap), with summer the trough. The Average path peaks near ~1,851 kbd of unplanned offline in the worst month. Trade the Active path as the supply-tightness stress case and Conservative as the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operator,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54" y="1234440"/>
            <a:ext cx="827421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95" y="1234440"/>
            <a:ext cx="691973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87" y="1234440"/>
            <a:ext cx="839074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7042"/>
            <a:ext cx="5897880" cy="3209676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508" y="1234440"/>
            <a:ext cx="983650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x 1 (demand) minus CDU offline x 0.35 (supply), day-weighted. + surplus / - deficit. H2 non-Exxon is indicative.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34" y="1234440"/>
            <a:ext cx="1028405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