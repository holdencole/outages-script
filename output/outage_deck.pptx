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46,456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2027 book complete through H1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92897"/>
            <a:ext cx="6766560" cy="3237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clean read: 2027 H1 planned ~9,211 kbd vs 2026 H1 ~8,162 (+13%) - a real, like-for-like step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Full-year looks larger (+32% vs 2026) only because 2026 H2 is light/incomplete; don't over-read it - 2027 H2 is still being scheduled.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2 is the only region lighter (-14%).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planned data is incomplete past H1 - compare H1-vs-H1; the full-year bar fills in as operators book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Scenario 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Conservative / Average / Active paths off the 2022-25 seasonal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9314"/>
            <a:ext cx="6766560" cy="3125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case ~21,790 kbd unplanned; Conservative ~17,432 (calm year, x0.8), Active ~28,327 (heavy year, x1.3).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 top of 15,923 kbd booked planned, that's an implied total of ~33,355 / ~37,713 / ~44,250 kbd.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Active vs Conservative spans ~10,895 kbd (+63%) - the unplanned risk range to hedge.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Scenario Analysis sheet - window, growth, multiplier, one-off and stress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97159"/>
            <a:ext cx="6766560" cy="2629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7440"/>
            <a:ext cx="6766560" cy="318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1 - 2027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padd_p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~389 kbd vs ~186 in 2026  (+109%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Atmos Distillation (~46 kbd, Mar)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Paulsboro (PBF) - Atmos Distillation (~31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Hydrotreating (~16 kbd, Mar)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Warren (Atmos Distillation, Mar) is the largest single 2027 turnaround at ~46 kbd; the region's planned book is up y/y.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2 - 2027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padd_pl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~3,995 kbd vs ~4,634 in 2026  (-14%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(~190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(~161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Lemont - Atmos Distillation (~115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Joliet (Atmos Distillation, Sep) is the largest single 2027 turnaround at ~190 kbd; the region's planned book is down y/y.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3 - 2027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padd_pl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~8,546 kbd vs ~4,929 in 2026  (+73%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(~203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Norco - Atmos Distillation (~197 kbd, Oct)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(~147 kbd, Sep)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Port Arthur (Motiva) (Atmos Distillation, Sep) is the largest single 2027 turnaround at ~203 kbd; the region's planned book is up y/y.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4 - 2027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padd_pl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~974 kbd vs ~517 in 2026  (+88%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Salt Lake City (Marathon) - Atmos Distillation (~49 kbd, Feb)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Atmos Distillation (~26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Vacuum Distillation (~26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Salt Lake City (Marathon) (Atmos Distillation, Feb) is the largest single 2027 turnaround at ~49 kbd; the region's planned book is up y/y.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5 - 2027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padd_pl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~2,018 kbd vs ~1,764 in 2026  (+14%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Richmond - Atmos Distillation (~233 kbd, Oct)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Cherry Point - Atmos Distillation (~120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Martinez (PBF) - Atmos Distillation (~90 kbd, Jan)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Richmond (Atmos Distillation, Oct) is the largest single 2027 turnaround at ~233 kbd; the region's planned book is up y/y.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Method &amp;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Read before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3560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7160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Primary metric is CAP_OFFLINE_ADJUSTED_KBD (offline capacity, kbd, all units). Mogas is a secondary overlay (capacity x unit yield).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7510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426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2027 is planned-only - Plan+Unplanned / Unplanned comparisons vs 2027 are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182112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9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8561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Back-to-back = consecutive months of outage at one plant/unit; surfaces clustered FCC turnarounds external trackers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5312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566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9262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