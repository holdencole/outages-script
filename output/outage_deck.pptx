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~1,960, FCC ~642, hydrocracker ~147, reformer ~235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754" y="1234440"/>
            <a:ext cx="4290011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Unit, Verified vs Their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bar; red-hatched = no match in Exxon's corporate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2804"/>
            <a:ext cx="8138160" cy="35781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vs Exxon's own plan (5 units): Baytown &amp; Beaumont FCC in Q1, Joliet crude+vacuum Apr-May, Baton Rouge crude in autumn.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4297680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9448" y="4233672"/>
            <a:ext cx="2679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Flagged: Joliet Crude (~230 kbd, Sep-Oct) - not in Exxon's plan.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47335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9448" y="4669536"/>
            <a:ext cx="2679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Flagged: Joliet FCCU (~98 kbd, Apr-May) - not in Exxon's plan.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 (data/exxon_ta_plan.csv). Match = same refinery + unit class overlapping the same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~21,788 kbd unplanned; Conservative ~17,431 (calm year), Active ~28,325 (heavy). Booked planned is ~15,923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~33,354 / ~37,711 / ~44,248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