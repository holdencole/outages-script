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3532"/>
            <a:ext cx="8138160" cy="4676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~1,063, FCC ~492, hydrocracker ~219, reformer ~206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(a unit offline part of a month counts only for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 -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93" y="1188720"/>
            <a:ext cx="704949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The big tonnage sits in PADD 3 - that's where one outage moves USGC supply and the export barrel most.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12801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Biggest single outages: Garyville (275 kbd), Cherry Point (250 kbd), Joliet (250 kbd) - mostly crude (CDU). One crude unit down cuts the whole site's run, every product.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each bar alone - these are individual units, never added. The biggest single outage is ~275 kbd, not a summed total.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413004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4066032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Hatched bars are non-Exxon H2 - still being booked, so those autumn names are an indicative floor, not confirmed.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456" y="1234440"/>
            <a:ext cx="4284608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392" y="3703320"/>
            <a:ext cx="4278735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nameplate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7060"/>
            <a:ext cx="8138160" cy="3569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Reconciled to Exxon's own corporate plan (7 units): Baytown &amp; Beaumont FCC in Q1, Joliet crude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ExxonMobil's corporate turnaround plan; match = same refinery + unit class, overlapping months.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90" y="1234440"/>
            <a:ext cx="5043140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35" y="3703320"/>
            <a:ext cx="655365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~13,296 kbd unplanned; Conservative ~10,637 (calm year), Active ~17,285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~26,328 / ~28,987 / ~32,976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