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3532"/>
            <a:ext cx="8138160" cy="4676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~1,063, FCC ~492, hydrocracker ~219, reformer ~206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(a unit offline part of a month counts only for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 -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93" y="1188720"/>
            <a:ext cx="704949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big tonnage sits in PADD 3 - that's where one outage moves USGC supply and the export barrel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12801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Biggest single outages: Garyville (275 kbd), Cherry Point (250 kbd), Joliet (250 kbd) - mostly crude (CDU). One crude unit down cuts the whole site's run, every product.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each bar alone - these are individual units, never added. The biggest single outage is ~275 kbd, not a summed total.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413004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406603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Hatched bars are non-Exxon H2 - still being booked, so those autumn names are an indicative floor, not confirmed.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 - 2025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broken out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06008"/>
            <a:ext cx="8138160" cy="4611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H1 is the only honest cross-year read for 2027 - the book is confirmed through June; H2 is still being scheduled.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2027 runs heavier than 2025 and 2026 in most H1 months across the units - the orange (2027) bar stands tallest.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1455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08152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H1 averages ~548 kbd vs ~325 (2026) / ~393 (2025), and crests in Mar (~1,063 kbd) - the spring turnaround peak.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7947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73075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each unit and each month on its own, never added together - a heavier spring = tighter product supply.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counted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456" y="1234440"/>
            <a:ext cx="4284608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392" y="3703320"/>
            <a:ext cx="427873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7060"/>
            <a:ext cx="8138160" cy="3569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90" y="1234440"/>
            <a:ext cx="5043140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35" y="3703320"/>
            <a:ext cx="655365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