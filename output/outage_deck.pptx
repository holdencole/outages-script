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~1,607, FCC ~654, hydrocracker ~286, reformer ~277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754" y="1234440"/>
            <a:ext cx="4290011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