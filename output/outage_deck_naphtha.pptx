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Rest of 26 + 27: Naphtha, Reformers &amp; Chem Feed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74920"/>
            <a:ext cx="7223760" cy="8686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The octane and petrochemical-feedstock read: reformers and the naphtha complex, not just crude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The forward window: 2026 H1 is actual; the rest of 2026 and all of 2027 are the outlook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The Forward Book by Unit: Rest of 2026 + 2027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 across the forward window (2026 H1 shaded = actual)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focus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564" y="1188720"/>
            <a:ext cx="808839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offline, each unit once per month. Shaded = the current year's H1 (actual, behind us); everything to the right is the forward book (rest of this year + next).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HVN Balance: CDU Supply vs Reformer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Heavy virgin naphtha (the reformer feed) across 2026-2027. CDU makes it; reformers consume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naphtha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26" y="1188720"/>
            <a:ext cx="1052046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Net = reformer offline (HVN demand) minus CDU offline x 0.35 (HVN supply, ~35% of crude), day-weighted. The forward window runs short (15 of 18 months in deficit): crude turnarounds pull more HVN off than reformers free.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HVN Balance: PADD 3 (Gulf)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The same HVN balance, CDU &amp; reformers filtered to PADD 3 (Gulf) -- where the tightness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naphtha_forward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26" y="1188720"/>
            <a:ext cx="1052046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PADD 3 (Gulf) only -- the same supply/demand read as the prior slide, just the Gulf cut. 13 of 18 forward months in deficit; the Gulf carries ~66% of the 2027 HVN deficit.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Reformers: the Octane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Catalytic-reformer offline by month &amp; PADD across 2026-2027, with reformate (octane) lost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reformer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26" y="1188720"/>
            <a:ext cx="1052046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Reformers run naphtha -&gt; reformate (the octane in gasoline). Over the forward window (rest of 2026 + 2027), ~1,227 kbd of reformer offline = ~1,043 kbd of reformate (octane) not made. P3 (Gulf) carries the most.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/ Octane / Chem-Feed Complex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Reforming, isomerization and aromatics/BTX offline by year - the octane &amp; petrochem-feed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naphtha_compl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38" y="1188720"/>
            <a:ext cx="1061944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The naphtha/octane complex (reformer charge + steam-cracker / petrochem feed). Offline ~1,562 kbd in 2026 and ~832 kbd booked in 2027. Reforming dominates; this is the octane/chem-feed availability a CDU-only tracker misses.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It: Biggest 2026 &amp; 2027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Biggest individual focus-unit outages, 2026 (left) and 2027 (right), by PADD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biggest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6139"/>
            <a:ext cx="5632704" cy="3788601"/>
          </a:xfrm>
          <a:prstGeom prst="rect">
            <a:avLst/>
          </a:prstGeom>
        </p:spPr>
      </p:pic>
      <p:pic>
        <p:nvPicPr>
          <p:cNvPr id="7" name="Picture 6" descr="biggest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85188"/>
            <a:ext cx="5632704" cy="38705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 (never summed), the biggest outages each year. Color = PADD region. 2027 non-Exxon H2 is still being booked (an indicative floor).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